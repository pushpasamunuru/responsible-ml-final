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1" r:id="rId6"/>
    <p:sldId id="260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>
        <p:scale>
          <a:sx n="56" d="100"/>
          <a:sy n="56" d="100"/>
        </p:scale>
        <p:origin x="1032" y="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6E7E2-73A0-E599-3D0B-E77C7BBCA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DF3ADC-4738-2F5C-8BAD-02C9D68E9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FC04C-88CF-0284-4380-11C151AD9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C0A4-0161-4371-9E3A-32644B8845E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191749-8AD6-0B08-8366-10A4D008F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ADE249-BCFF-76F4-9F57-494C3C351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85BD-987D-4EE1-B3CE-C555515B1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44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4793B-C21B-53F6-AAC6-B5D51EB98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D08CA2-5C1A-7477-D982-902EE834C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53119D-F7C9-1890-F37C-C097F4DA5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C0A4-0161-4371-9E3A-32644B8845E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08F639-E387-ED44-C3FE-6D31A49E1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518FA-5544-BA61-A077-745E3AB35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85BD-987D-4EE1-B3CE-C555515B1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8611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63969-5921-177E-ECC9-0257E69F2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136B8B-7724-C095-C007-5D9DAB84C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2CB74E-40C5-BA18-4D47-74EAEAE72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C0A4-0161-4371-9E3A-32644B8845E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7C116-E10C-D01B-1CBC-F5C72BFD0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DDB70F-4A22-AA6A-9362-09C704877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85BD-987D-4EE1-B3CE-C555515B1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5030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876FE-AA13-C98B-C08D-363AE8AFE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6CC53-5C7F-8E61-A248-01AF3C00F7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585AE6-FF68-8B70-DE73-55C0FC3D9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7C2CC-F404-6606-27B0-4F729AA04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C0A4-0161-4371-9E3A-32644B8845E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B1CDA-47AE-DA72-0911-08FC56F26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75D18B-034E-03C2-AAB2-FE83B3950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85BD-987D-4EE1-B3CE-C555515B1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071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A0B78-BAD5-7724-6190-24D573806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373CA-2735-7E0E-A31A-718F93B116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1E8F42-2BB8-5B44-557C-86E99CD84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708AF5-5395-E068-3749-BFC42F3C2E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C78201-1368-BAAE-D3BF-1B32778C78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40FA66-875F-DFE3-C1A3-878F6D862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C0A4-0161-4371-9E3A-32644B8845E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BAFB75-0747-2353-4106-D82AE50FF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BAC77A-92CF-EBE2-00E8-5FB8E1DC4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85BD-987D-4EE1-B3CE-C555515B1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153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6422C-EED6-C845-BB25-4D796CDC5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BB28D8-EE7E-6844-9615-FFB60BEF3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C0A4-0161-4371-9E3A-32644B8845E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96F56C-7886-41A2-B6DE-3EACD6367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B7E68A-A5DA-E3EB-95B5-0ACA59048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85BD-987D-4EE1-B3CE-C555515B1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515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716C52-B152-8137-1B24-A807BBCF1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C0A4-0161-4371-9E3A-32644B8845E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BCB8F4-7504-FCA0-5953-6AF7A7DBE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7408A7-E042-9017-A5BF-1FD6266F1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85BD-987D-4EE1-B3CE-C555515B1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261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C7122-4439-6397-731F-5036A5F20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4CC3E-0CAF-7F8C-686A-9D3558497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631C5E-A4DC-B2EB-32E5-CF847C4B51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B6D5B-75CF-7920-21A0-838256CEB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C0A4-0161-4371-9E3A-32644B8845E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C00FB-5203-A5A9-618B-7012F5EDD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BB3047-C629-C824-DCB3-8E9836481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85BD-987D-4EE1-B3CE-C555515B1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3970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8F737-BA12-B89D-0437-BC663471D6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763651-5E96-5469-4BE4-7EDD0F5E1F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D8CF6E-BF0F-5B01-631E-3359FA17BE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AC111C-5EDB-9DCA-106A-051023D9F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C0A4-0161-4371-9E3A-32644B8845E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4F808-A4C0-DDE2-91C0-FE9203E8F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AEC4BD-1AAE-DD1C-8D53-4767D76B5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85BD-987D-4EE1-B3CE-C555515B1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5741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30435-A276-8F8B-F637-E22699D6B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F79619-9BE7-BFC6-BAA3-D3A1CF9A30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C10467-6B8C-CF72-72E4-4389ACF9A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C0A4-0161-4371-9E3A-32644B8845E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E1F6F9-1A99-C4A4-24F3-51928C3F8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7371C-26A1-E76C-D2E3-D99EC564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85BD-987D-4EE1-B3CE-C555515B1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65142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75DD1F-2F77-932D-892E-D9A59B9EF6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F58B6-81FE-9CB1-5971-B6546F63BD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1B3E7-412C-124C-B961-E0F0C2221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FFC0A4-0161-4371-9E3A-32644B8845E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5C757-497B-88DA-86C8-621352049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6487D-AAA4-69A1-9467-AA1CB1E53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DA85BD-987D-4EE1-B3CE-C555515B1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3958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512B2D-D2E0-EA20-DB81-F3D3DA4C0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01979C-372F-7CC3-4267-54C705CE2B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AA7EE-A2C4-739B-9ADF-0D7DDF8C6E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FFC0A4-0161-4371-9E3A-32644B8845EA}" type="datetimeFigureOut">
              <a:rPr lang="en-IN" smtClean="0"/>
              <a:t>24-04-2026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7DB5F4-5D47-6DC3-5860-3585899CFA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A1667-4885-921A-D856-E27D5DB0EF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DA85BD-987D-4EE1-B3CE-C555515B1C2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5305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6A504-A181-137B-8AB4-122544CB05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E55984-81F3-F25B-2B50-22DC0DF7C0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07BEAF-713A-D0D0-771D-F3FE0C52E1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1304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86BD8-62D7-B9BF-91D1-80F91DB408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D387570-C2A2-0FAB-7404-7FA450B3B9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424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262C39-1572-B1A9-9610-C69222457F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20F2D6-2923-5DFD-E24A-818660F3A0D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720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4DAD6-3730-2A33-35FB-66A44FFC00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2ECBFD-A0D9-597B-AF73-64058709C18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BDE217A-DC14-B5BC-5FBC-A9573E947F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9873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B4DE8-DC7D-5316-7123-6E304BAB9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7A42FD-CACB-F432-744E-E40C5EBDE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894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8632E-40AD-61EB-8EAB-B1173F447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A080DFD-0199-254F-9E20-57781BA110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27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014F4-6ECE-20BD-4A11-56133FA7F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A2B22D-B4D7-CF84-31F9-66A01D089B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9116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73C62-1C66-E761-15B9-F768AB977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CB5B900-8D2A-78B0-8122-A79F1D0305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775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EC70D-E3B2-EE82-6F03-94DBFF006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C8B1D5-AF07-E408-989E-A78138BC7A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3299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888A2-33C0-7366-97DA-DC9DA7C2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69853CF-A057-3F98-9E02-05F2AF2198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89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439BE-CD6F-BD19-B26D-EAADDE648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C2C36BA-C9BE-55F2-2910-B2B21FD9BB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798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76DA6-47D8-0CF9-0E91-4EC2AD6B3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3D66C58-D206-045E-DF86-844BE0166A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581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Vijaya Sindhu Maram</dc:creator>
  <cp:lastModifiedBy>Vijaya Sindhu Maram</cp:lastModifiedBy>
  <cp:revision>1</cp:revision>
  <dcterms:created xsi:type="dcterms:W3CDTF">2026-04-24T13:37:39Z</dcterms:created>
  <dcterms:modified xsi:type="dcterms:W3CDTF">2026-04-24T13:38:05Z</dcterms:modified>
</cp:coreProperties>
</file>